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8" r:id="rId4"/>
    <p:sldId id="259" r:id="rId5"/>
    <p:sldId id="260" r:id="rId6"/>
    <p:sldId id="272" r:id="rId7"/>
    <p:sldId id="261" r:id="rId8"/>
    <p:sldId id="262" r:id="rId9"/>
    <p:sldId id="268" r:id="rId10"/>
    <p:sldId id="273" r:id="rId11"/>
    <p:sldId id="264" r:id="rId12"/>
    <p:sldId id="266" r:id="rId13"/>
    <p:sldId id="269" r:id="rId14"/>
    <p:sldId id="270" r:id="rId15"/>
    <p:sldId id="271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A63ECD-78FC-437C-B725-765D9F9E4363}" v="2" dt="2024-09-23T21:53:15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Sleppy" userId="e6b1979aad9d0f1c" providerId="LiveId" clId="{B1A63ECD-78FC-437C-B725-765D9F9E4363}"/>
    <pc:docChg chg="undo custSel addSld delSld modSld sldOrd">
      <pc:chgData name="Madison Sleppy" userId="e6b1979aad9d0f1c" providerId="LiveId" clId="{B1A63ECD-78FC-437C-B725-765D9F9E4363}" dt="2024-09-23T23:24:50.356" v="5209" actId="20577"/>
      <pc:docMkLst>
        <pc:docMk/>
      </pc:docMkLst>
      <pc:sldChg chg="modSp mod">
        <pc:chgData name="Madison Sleppy" userId="e6b1979aad9d0f1c" providerId="LiveId" clId="{B1A63ECD-78FC-437C-B725-765D9F9E4363}" dt="2024-09-23T21:55:07.320" v="2123" actId="20577"/>
        <pc:sldMkLst>
          <pc:docMk/>
          <pc:sldMk cId="1887915703" sldId="258"/>
        </pc:sldMkLst>
        <pc:spChg chg="mod">
          <ac:chgData name="Madison Sleppy" userId="e6b1979aad9d0f1c" providerId="LiveId" clId="{B1A63ECD-78FC-437C-B725-765D9F9E4363}" dt="2024-09-23T21:47:24.423" v="1924" actId="20577"/>
          <ac:spMkLst>
            <pc:docMk/>
            <pc:sldMk cId="1887915703" sldId="258"/>
            <ac:spMk id="2" creationId="{17AC0F76-B68B-87B0-B196-3E95623AD848}"/>
          </ac:spMkLst>
        </pc:spChg>
        <pc:spChg chg="mod">
          <ac:chgData name="Madison Sleppy" userId="e6b1979aad9d0f1c" providerId="LiveId" clId="{B1A63ECD-78FC-437C-B725-765D9F9E4363}" dt="2024-09-23T21:55:07.320" v="2123" actId="20577"/>
          <ac:spMkLst>
            <pc:docMk/>
            <pc:sldMk cId="1887915703" sldId="258"/>
            <ac:spMk id="3" creationId="{97E8B433-EE0B-9319-1C75-D78AF24F35CF}"/>
          </ac:spMkLst>
        </pc:spChg>
      </pc:sldChg>
      <pc:sldChg chg="modSp mod">
        <pc:chgData name="Madison Sleppy" userId="e6b1979aad9d0f1c" providerId="LiveId" clId="{B1A63ECD-78FC-437C-B725-765D9F9E4363}" dt="2024-09-23T23:00:54.564" v="4317" actId="20577"/>
        <pc:sldMkLst>
          <pc:docMk/>
          <pc:sldMk cId="2005415212" sldId="259"/>
        </pc:sldMkLst>
        <pc:spChg chg="mod">
          <ac:chgData name="Madison Sleppy" userId="e6b1979aad9d0f1c" providerId="LiveId" clId="{B1A63ECD-78FC-437C-B725-765D9F9E4363}" dt="2024-09-18T23:38:37.958" v="1509" actId="20577"/>
          <ac:spMkLst>
            <pc:docMk/>
            <pc:sldMk cId="2005415212" sldId="259"/>
            <ac:spMk id="2" creationId="{17AC0F76-B68B-87B0-B196-3E95623AD848}"/>
          </ac:spMkLst>
        </pc:spChg>
        <pc:spChg chg="mod">
          <ac:chgData name="Madison Sleppy" userId="e6b1979aad9d0f1c" providerId="LiveId" clId="{B1A63ECD-78FC-437C-B725-765D9F9E4363}" dt="2024-09-23T23:00:54.564" v="4317" actId="20577"/>
          <ac:spMkLst>
            <pc:docMk/>
            <pc:sldMk cId="2005415212" sldId="259"/>
            <ac:spMk id="3" creationId="{97E8B433-EE0B-9319-1C75-D78AF24F35CF}"/>
          </ac:spMkLst>
        </pc:spChg>
      </pc:sldChg>
      <pc:sldChg chg="addSp modSp mod modClrScheme chgLayout">
        <pc:chgData name="Madison Sleppy" userId="e6b1979aad9d0f1c" providerId="LiveId" clId="{B1A63ECD-78FC-437C-B725-765D9F9E4363}" dt="2024-09-23T21:55:50.580" v="2162" actId="20577"/>
        <pc:sldMkLst>
          <pc:docMk/>
          <pc:sldMk cId="2046696937" sldId="260"/>
        </pc:sldMkLst>
        <pc:spChg chg="mod ord">
          <ac:chgData name="Madison Sleppy" userId="e6b1979aad9d0f1c" providerId="LiveId" clId="{B1A63ECD-78FC-437C-B725-765D9F9E4363}" dt="2024-09-18T23:28:40.223" v="431" actId="20577"/>
          <ac:spMkLst>
            <pc:docMk/>
            <pc:sldMk cId="2046696937" sldId="260"/>
            <ac:spMk id="2" creationId="{17AC0F76-B68B-87B0-B196-3E95623AD848}"/>
          </ac:spMkLst>
        </pc:spChg>
        <pc:spChg chg="mod ord">
          <ac:chgData name="Madison Sleppy" userId="e6b1979aad9d0f1c" providerId="LiveId" clId="{B1A63ECD-78FC-437C-B725-765D9F9E4363}" dt="2024-09-23T21:55:50.580" v="2162" actId="20577"/>
          <ac:spMkLst>
            <pc:docMk/>
            <pc:sldMk cId="2046696937" sldId="260"/>
            <ac:spMk id="3" creationId="{97E8B433-EE0B-9319-1C75-D78AF24F35CF}"/>
          </ac:spMkLst>
        </pc:spChg>
        <pc:spChg chg="add mod ord">
          <ac:chgData name="Madison Sleppy" userId="e6b1979aad9d0f1c" providerId="LiveId" clId="{B1A63ECD-78FC-437C-B725-765D9F9E4363}" dt="2024-09-18T23:28:31.768" v="415" actId="20577"/>
          <ac:spMkLst>
            <pc:docMk/>
            <pc:sldMk cId="2046696937" sldId="260"/>
            <ac:spMk id="4" creationId="{223194D8-BC3B-031F-8813-97063C5F0FFB}"/>
          </ac:spMkLst>
        </pc:spChg>
        <pc:spChg chg="add mod ord">
          <ac:chgData name="Madison Sleppy" userId="e6b1979aad9d0f1c" providerId="LiveId" clId="{B1A63ECD-78FC-437C-B725-765D9F9E4363}" dt="2024-09-18T23:28:36.172" v="425" actId="20577"/>
          <ac:spMkLst>
            <pc:docMk/>
            <pc:sldMk cId="2046696937" sldId="260"/>
            <ac:spMk id="5" creationId="{9FC43898-4F5F-18A1-6574-F1391D135E94}"/>
          </ac:spMkLst>
        </pc:spChg>
        <pc:spChg chg="add mod ord">
          <ac:chgData name="Madison Sleppy" userId="e6b1979aad9d0f1c" providerId="LiveId" clId="{B1A63ECD-78FC-437C-B725-765D9F9E4363}" dt="2024-09-18T23:29:05.276" v="479" actId="20577"/>
          <ac:spMkLst>
            <pc:docMk/>
            <pc:sldMk cId="2046696937" sldId="260"/>
            <ac:spMk id="6" creationId="{52773D28-2967-CDE9-8944-838E5CFAE51E}"/>
          </ac:spMkLst>
        </pc:spChg>
      </pc:sldChg>
      <pc:sldChg chg="modSp mod">
        <pc:chgData name="Madison Sleppy" userId="e6b1979aad9d0f1c" providerId="LiveId" clId="{B1A63ECD-78FC-437C-B725-765D9F9E4363}" dt="2024-09-23T21:57:27.022" v="2452" actId="20577"/>
        <pc:sldMkLst>
          <pc:docMk/>
          <pc:sldMk cId="237430059" sldId="261"/>
        </pc:sldMkLst>
        <pc:spChg chg="mod">
          <ac:chgData name="Madison Sleppy" userId="e6b1979aad9d0f1c" providerId="LiveId" clId="{B1A63ECD-78FC-437C-B725-765D9F9E4363}" dt="2024-09-23T21:47:51.301" v="1930" actId="20577"/>
          <ac:spMkLst>
            <pc:docMk/>
            <pc:sldMk cId="237430059" sldId="261"/>
            <ac:spMk id="2" creationId="{17AC0F76-B68B-87B0-B196-3E95623AD848}"/>
          </ac:spMkLst>
        </pc:spChg>
        <pc:spChg chg="mod">
          <ac:chgData name="Madison Sleppy" userId="e6b1979aad9d0f1c" providerId="LiveId" clId="{B1A63ECD-78FC-437C-B725-765D9F9E4363}" dt="2024-09-23T21:57:27.022" v="2452" actId="20577"/>
          <ac:spMkLst>
            <pc:docMk/>
            <pc:sldMk cId="237430059" sldId="261"/>
            <ac:spMk id="3" creationId="{97E8B433-EE0B-9319-1C75-D78AF24F35CF}"/>
          </ac:spMkLst>
        </pc:spChg>
      </pc:sldChg>
      <pc:sldChg chg="modSp mod">
        <pc:chgData name="Madison Sleppy" userId="e6b1979aad9d0f1c" providerId="LiveId" clId="{B1A63ECD-78FC-437C-B725-765D9F9E4363}" dt="2024-09-23T22:54:54.129" v="3882" actId="20577"/>
        <pc:sldMkLst>
          <pc:docMk/>
          <pc:sldMk cId="4277271062" sldId="262"/>
        </pc:sldMkLst>
        <pc:spChg chg="mod">
          <ac:chgData name="Madison Sleppy" userId="e6b1979aad9d0f1c" providerId="LiveId" clId="{B1A63ECD-78FC-437C-B725-765D9F9E4363}" dt="2024-09-18T23:33:16.578" v="923" actId="20577"/>
          <ac:spMkLst>
            <pc:docMk/>
            <pc:sldMk cId="4277271062" sldId="262"/>
            <ac:spMk id="2" creationId="{17AC0F76-B68B-87B0-B196-3E95623AD848}"/>
          </ac:spMkLst>
        </pc:spChg>
        <pc:spChg chg="mod">
          <ac:chgData name="Madison Sleppy" userId="e6b1979aad9d0f1c" providerId="LiveId" clId="{B1A63ECD-78FC-437C-B725-765D9F9E4363}" dt="2024-09-23T22:54:54.129" v="3882" actId="20577"/>
          <ac:spMkLst>
            <pc:docMk/>
            <pc:sldMk cId="4277271062" sldId="262"/>
            <ac:spMk id="3" creationId="{97E8B433-EE0B-9319-1C75-D78AF24F35CF}"/>
          </ac:spMkLst>
        </pc:spChg>
      </pc:sldChg>
      <pc:sldChg chg="del">
        <pc:chgData name="Madison Sleppy" userId="e6b1979aad9d0f1c" providerId="LiveId" clId="{B1A63ECD-78FC-437C-B725-765D9F9E4363}" dt="2024-09-18T23:33:56.175" v="1021" actId="47"/>
        <pc:sldMkLst>
          <pc:docMk/>
          <pc:sldMk cId="2375885725" sldId="263"/>
        </pc:sldMkLst>
      </pc:sldChg>
      <pc:sldChg chg="modSp mod">
        <pc:chgData name="Madison Sleppy" userId="e6b1979aad9d0f1c" providerId="LiveId" clId="{B1A63ECD-78FC-437C-B725-765D9F9E4363}" dt="2024-09-23T21:58:48.965" v="2626" actId="20577"/>
        <pc:sldMkLst>
          <pc:docMk/>
          <pc:sldMk cId="1648668754" sldId="264"/>
        </pc:sldMkLst>
        <pc:spChg chg="mod">
          <ac:chgData name="Madison Sleppy" userId="e6b1979aad9d0f1c" providerId="LiveId" clId="{B1A63ECD-78FC-437C-B725-765D9F9E4363}" dt="2024-09-23T21:48:00.160" v="1936" actId="20577"/>
          <ac:spMkLst>
            <pc:docMk/>
            <pc:sldMk cId="1648668754" sldId="264"/>
            <ac:spMk id="2" creationId="{17AC0F76-B68B-87B0-B196-3E95623AD848}"/>
          </ac:spMkLst>
        </pc:spChg>
        <pc:spChg chg="mod">
          <ac:chgData name="Madison Sleppy" userId="e6b1979aad9d0f1c" providerId="LiveId" clId="{B1A63ECD-78FC-437C-B725-765D9F9E4363}" dt="2024-09-23T21:58:48.965" v="2626" actId="20577"/>
          <ac:spMkLst>
            <pc:docMk/>
            <pc:sldMk cId="1648668754" sldId="264"/>
            <ac:spMk id="3" creationId="{97E8B433-EE0B-9319-1C75-D78AF24F35CF}"/>
          </ac:spMkLst>
        </pc:spChg>
      </pc:sldChg>
      <pc:sldChg chg="modSp mod">
        <pc:chgData name="Madison Sleppy" userId="e6b1979aad9d0f1c" providerId="LiveId" clId="{B1A63ECD-78FC-437C-B725-765D9F9E4363}" dt="2024-09-23T23:01:12.623" v="4319" actId="27636"/>
        <pc:sldMkLst>
          <pc:docMk/>
          <pc:sldMk cId="1556269434" sldId="265"/>
        </pc:sldMkLst>
        <pc:spChg chg="mod">
          <ac:chgData name="Madison Sleppy" userId="e6b1979aad9d0f1c" providerId="LiveId" clId="{B1A63ECD-78FC-437C-B725-765D9F9E4363}" dt="2024-09-23T23:01:12.623" v="4319" actId="27636"/>
          <ac:spMkLst>
            <pc:docMk/>
            <pc:sldMk cId="1556269434" sldId="265"/>
            <ac:spMk id="3" creationId="{97E8B433-EE0B-9319-1C75-D78AF24F35CF}"/>
          </ac:spMkLst>
        </pc:spChg>
      </pc:sldChg>
      <pc:sldChg chg="modSp mod">
        <pc:chgData name="Madison Sleppy" userId="e6b1979aad9d0f1c" providerId="LiveId" clId="{B1A63ECD-78FC-437C-B725-765D9F9E4363}" dt="2024-09-23T23:00:28.074" v="4309" actId="20577"/>
        <pc:sldMkLst>
          <pc:docMk/>
          <pc:sldMk cId="2311417058" sldId="266"/>
        </pc:sldMkLst>
        <pc:spChg chg="mod">
          <ac:chgData name="Madison Sleppy" userId="e6b1979aad9d0f1c" providerId="LiveId" clId="{B1A63ECD-78FC-437C-B725-765D9F9E4363}" dt="2024-09-18T23:38:43.984" v="1526" actId="20577"/>
          <ac:spMkLst>
            <pc:docMk/>
            <pc:sldMk cId="2311417058" sldId="266"/>
            <ac:spMk id="2" creationId="{17AC0F76-B68B-87B0-B196-3E95623AD848}"/>
          </ac:spMkLst>
        </pc:spChg>
        <pc:spChg chg="mod">
          <ac:chgData name="Madison Sleppy" userId="e6b1979aad9d0f1c" providerId="LiveId" clId="{B1A63ECD-78FC-437C-B725-765D9F9E4363}" dt="2024-09-23T23:00:28.074" v="4309" actId="20577"/>
          <ac:spMkLst>
            <pc:docMk/>
            <pc:sldMk cId="2311417058" sldId="266"/>
            <ac:spMk id="3" creationId="{97E8B433-EE0B-9319-1C75-D78AF24F35CF}"/>
          </ac:spMkLst>
        </pc:spChg>
      </pc:sldChg>
      <pc:sldChg chg="del">
        <pc:chgData name="Madison Sleppy" userId="e6b1979aad9d0f1c" providerId="LiveId" clId="{B1A63ECD-78FC-437C-B725-765D9F9E4363}" dt="2024-09-18T23:40:16.698" v="1607" actId="47"/>
        <pc:sldMkLst>
          <pc:docMk/>
          <pc:sldMk cId="2201674912" sldId="267"/>
        </pc:sldMkLst>
      </pc:sldChg>
      <pc:sldChg chg="modSp add mod">
        <pc:chgData name="Madison Sleppy" userId="e6b1979aad9d0f1c" providerId="LiveId" clId="{B1A63ECD-78FC-437C-B725-765D9F9E4363}" dt="2024-09-23T21:55:45.505" v="2160" actId="20577"/>
        <pc:sldMkLst>
          <pc:docMk/>
          <pc:sldMk cId="1896098489" sldId="268"/>
        </pc:sldMkLst>
        <pc:spChg chg="mod">
          <ac:chgData name="Madison Sleppy" userId="e6b1979aad9d0f1c" providerId="LiveId" clId="{B1A63ECD-78FC-437C-B725-765D9F9E4363}" dt="2024-09-23T21:55:45.505" v="2160" actId="20577"/>
          <ac:spMkLst>
            <pc:docMk/>
            <pc:sldMk cId="1896098489" sldId="268"/>
            <ac:spMk id="3" creationId="{97E8B433-EE0B-9319-1C75-D78AF24F35CF}"/>
          </ac:spMkLst>
        </pc:spChg>
        <pc:spChg chg="mod">
          <ac:chgData name="Madison Sleppy" userId="e6b1979aad9d0f1c" providerId="LiveId" clId="{B1A63ECD-78FC-437C-B725-765D9F9E4363}" dt="2024-09-18T23:36:27.284" v="1189" actId="20577"/>
          <ac:spMkLst>
            <pc:docMk/>
            <pc:sldMk cId="1896098489" sldId="268"/>
            <ac:spMk id="6" creationId="{52773D28-2967-CDE9-8944-838E5CFAE51E}"/>
          </ac:spMkLst>
        </pc:spChg>
      </pc:sldChg>
      <pc:sldChg chg="modSp add mod ord">
        <pc:chgData name="Madison Sleppy" userId="e6b1979aad9d0f1c" providerId="LiveId" clId="{B1A63ECD-78FC-437C-B725-765D9F9E4363}" dt="2024-09-18T23:41:44.357" v="1796" actId="20577"/>
        <pc:sldMkLst>
          <pc:docMk/>
          <pc:sldMk cId="4093835642" sldId="269"/>
        </pc:sldMkLst>
        <pc:spChg chg="mod">
          <ac:chgData name="Madison Sleppy" userId="e6b1979aad9d0f1c" providerId="LiveId" clId="{B1A63ECD-78FC-437C-B725-765D9F9E4363}" dt="2024-09-18T23:41:12.574" v="1731" actId="20577"/>
          <ac:spMkLst>
            <pc:docMk/>
            <pc:sldMk cId="4093835642" sldId="269"/>
            <ac:spMk id="3" creationId="{97E8B433-EE0B-9319-1C75-D78AF24F35CF}"/>
          </ac:spMkLst>
        </pc:spChg>
        <pc:spChg chg="mod">
          <ac:chgData name="Madison Sleppy" userId="e6b1979aad9d0f1c" providerId="LiveId" clId="{B1A63ECD-78FC-437C-B725-765D9F9E4363}" dt="2024-09-18T23:41:44.357" v="1796" actId="20577"/>
          <ac:spMkLst>
            <pc:docMk/>
            <pc:sldMk cId="4093835642" sldId="269"/>
            <ac:spMk id="6" creationId="{52773D28-2967-CDE9-8944-838E5CFAE51E}"/>
          </ac:spMkLst>
        </pc:spChg>
      </pc:sldChg>
      <pc:sldChg chg="modSp new mod ord">
        <pc:chgData name="Madison Sleppy" userId="e6b1979aad9d0f1c" providerId="LiveId" clId="{B1A63ECD-78FC-437C-B725-765D9F9E4363}" dt="2024-09-23T22:18:43.094" v="3442" actId="20577"/>
        <pc:sldMkLst>
          <pc:docMk/>
          <pc:sldMk cId="92481990" sldId="270"/>
        </pc:sldMkLst>
        <pc:spChg chg="mod">
          <ac:chgData name="Madison Sleppy" userId="e6b1979aad9d0f1c" providerId="LiveId" clId="{B1A63ECD-78FC-437C-B725-765D9F9E4363}" dt="2024-09-23T16:55:12.425" v="1897" actId="20577"/>
          <ac:spMkLst>
            <pc:docMk/>
            <pc:sldMk cId="92481990" sldId="270"/>
            <ac:spMk id="2" creationId="{821DEA44-486B-796E-BABF-63C2336E8FBC}"/>
          </ac:spMkLst>
        </pc:spChg>
        <pc:spChg chg="mod">
          <ac:chgData name="Madison Sleppy" userId="e6b1979aad9d0f1c" providerId="LiveId" clId="{B1A63ECD-78FC-437C-B725-765D9F9E4363}" dt="2024-09-23T22:18:43.094" v="3442" actId="20577"/>
          <ac:spMkLst>
            <pc:docMk/>
            <pc:sldMk cId="92481990" sldId="270"/>
            <ac:spMk id="3" creationId="{EEC80A4D-BF31-7909-C902-5A957E1971CD}"/>
          </ac:spMkLst>
        </pc:spChg>
      </pc:sldChg>
      <pc:sldChg chg="modSp new mod">
        <pc:chgData name="Madison Sleppy" userId="e6b1979aad9d0f1c" providerId="LiveId" clId="{B1A63ECD-78FC-437C-B725-765D9F9E4363}" dt="2024-09-23T23:24:50.356" v="5209" actId="20577"/>
        <pc:sldMkLst>
          <pc:docMk/>
          <pc:sldMk cId="3575944056" sldId="271"/>
        </pc:sldMkLst>
        <pc:spChg chg="mod">
          <ac:chgData name="Madison Sleppy" userId="e6b1979aad9d0f1c" providerId="LiveId" clId="{B1A63ECD-78FC-437C-B725-765D9F9E4363}" dt="2024-09-23T23:21:31.441" v="4921" actId="20577"/>
          <ac:spMkLst>
            <pc:docMk/>
            <pc:sldMk cId="3575944056" sldId="271"/>
            <ac:spMk id="2" creationId="{9B084875-A8DA-43B7-6CD5-8E34151719A5}"/>
          </ac:spMkLst>
        </pc:spChg>
        <pc:spChg chg="mod">
          <ac:chgData name="Madison Sleppy" userId="e6b1979aad9d0f1c" providerId="LiveId" clId="{B1A63ECD-78FC-437C-B725-765D9F9E4363}" dt="2024-09-23T23:24:50.356" v="5209" actId="20577"/>
          <ac:spMkLst>
            <pc:docMk/>
            <pc:sldMk cId="3575944056" sldId="271"/>
            <ac:spMk id="3" creationId="{4C856630-200D-53F2-E0B7-92D6CE1A13D4}"/>
          </ac:spMkLst>
        </pc:spChg>
      </pc:sldChg>
      <pc:sldChg chg="delSp modSp new mod ord">
        <pc:chgData name="Madison Sleppy" userId="e6b1979aad9d0f1c" providerId="LiveId" clId="{B1A63ECD-78FC-437C-B725-765D9F9E4363}" dt="2024-09-23T21:47:17.784" v="1918" actId="20577"/>
        <pc:sldMkLst>
          <pc:docMk/>
          <pc:sldMk cId="1847387455" sldId="272"/>
        </pc:sldMkLst>
        <pc:spChg chg="mod">
          <ac:chgData name="Madison Sleppy" userId="e6b1979aad9d0f1c" providerId="LiveId" clId="{B1A63ECD-78FC-437C-B725-765D9F9E4363}" dt="2024-09-23T21:47:17.784" v="1918" actId="20577"/>
          <ac:spMkLst>
            <pc:docMk/>
            <pc:sldMk cId="1847387455" sldId="272"/>
            <ac:spMk id="2" creationId="{2C93EC70-E08D-3217-DD2A-42B28E5F538B}"/>
          </ac:spMkLst>
        </pc:spChg>
        <pc:spChg chg="del">
          <ac:chgData name="Madison Sleppy" userId="e6b1979aad9d0f1c" providerId="LiveId" clId="{B1A63ECD-78FC-437C-B725-765D9F9E4363}" dt="2024-09-23T21:46:42.548" v="1904" actId="478"/>
          <ac:spMkLst>
            <pc:docMk/>
            <pc:sldMk cId="1847387455" sldId="272"/>
            <ac:spMk id="3" creationId="{9E68DB32-5347-2228-1199-C680329C1E8D}"/>
          </ac:spMkLst>
        </pc:spChg>
      </pc:sldChg>
      <pc:sldChg chg="modSp add mod ord">
        <pc:chgData name="Madison Sleppy" userId="e6b1979aad9d0f1c" providerId="LiveId" clId="{B1A63ECD-78FC-437C-B725-765D9F9E4363}" dt="2024-09-23T21:47:04.095" v="1914" actId="20577"/>
        <pc:sldMkLst>
          <pc:docMk/>
          <pc:sldMk cId="3426277382" sldId="273"/>
        </pc:sldMkLst>
        <pc:spChg chg="mod">
          <ac:chgData name="Madison Sleppy" userId="e6b1979aad9d0f1c" providerId="LiveId" clId="{B1A63ECD-78FC-437C-B725-765D9F9E4363}" dt="2024-09-23T21:47:04.095" v="1914" actId="20577"/>
          <ac:spMkLst>
            <pc:docMk/>
            <pc:sldMk cId="3426277382" sldId="273"/>
            <ac:spMk id="2" creationId="{2C93EC70-E08D-3217-DD2A-42B28E5F538B}"/>
          </ac:spMkLst>
        </pc:spChg>
      </pc:sldChg>
      <pc:sldChg chg="modSp add mod">
        <pc:chgData name="Madison Sleppy" userId="e6b1979aad9d0f1c" providerId="LiveId" clId="{B1A63ECD-78FC-437C-B725-765D9F9E4363}" dt="2024-09-23T21:46:53.547" v="1910" actId="20577"/>
        <pc:sldMkLst>
          <pc:docMk/>
          <pc:sldMk cId="477234723" sldId="274"/>
        </pc:sldMkLst>
        <pc:spChg chg="mod">
          <ac:chgData name="Madison Sleppy" userId="e6b1979aad9d0f1c" providerId="LiveId" clId="{B1A63ECD-78FC-437C-B725-765D9F9E4363}" dt="2024-09-23T21:46:53.547" v="1910" actId="20577"/>
          <ac:spMkLst>
            <pc:docMk/>
            <pc:sldMk cId="477234723" sldId="274"/>
            <ac:spMk id="2" creationId="{2C93EC70-E08D-3217-DD2A-42B28E5F538B}"/>
          </ac:spMkLst>
        </pc:spChg>
      </pc:sldChg>
      <pc:sldChg chg="modSp add del mod">
        <pc:chgData name="Madison Sleppy" userId="e6b1979aad9d0f1c" providerId="LiveId" clId="{B1A63ECD-78FC-437C-B725-765D9F9E4363}" dt="2024-09-23T22:18:46.077" v="3443" actId="47"/>
        <pc:sldMkLst>
          <pc:docMk/>
          <pc:sldMk cId="476619978" sldId="275"/>
        </pc:sldMkLst>
        <pc:spChg chg="mod">
          <ac:chgData name="Madison Sleppy" userId="e6b1979aad9d0f1c" providerId="LiveId" clId="{B1A63ECD-78FC-437C-B725-765D9F9E4363}" dt="2024-09-23T22:07:42.166" v="3293" actId="20577"/>
          <ac:spMkLst>
            <pc:docMk/>
            <pc:sldMk cId="476619978" sldId="275"/>
            <ac:spMk id="2" creationId="{821DEA44-486B-796E-BABF-63C2336E8FBC}"/>
          </ac:spMkLst>
        </pc:spChg>
        <pc:spChg chg="mod">
          <ac:chgData name="Madison Sleppy" userId="e6b1979aad9d0f1c" providerId="LiveId" clId="{B1A63ECD-78FC-437C-B725-765D9F9E4363}" dt="2024-09-23T22:08:58.180" v="3437" actId="313"/>
          <ac:spMkLst>
            <pc:docMk/>
            <pc:sldMk cId="476619978" sldId="275"/>
            <ac:spMk id="3" creationId="{EEC80A4D-BF31-7909-C902-5A957E1971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F49D-C6C6-EEFB-4143-642ED12A2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A0F74-92EE-0933-D7F8-A3667636F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AE934-F546-F3BE-3E70-E3D27212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EF37E-32BF-64A7-415B-E3B7037D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66277-BD8C-6CB0-DA04-17252F94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AD0B-04E6-0DA7-135A-A6747D94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8624-B4F2-269B-8166-74CE664C9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91433-AD89-C459-AB92-63B59AAC2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B6B33-91E0-1B54-42C7-48A88AEA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FD3A3-12FD-54A3-A3FC-7AD329CB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3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749C-280D-0332-667F-FC347BB0C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51672-1C1C-67E3-E1C0-D632A64AB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A772B-4F5F-C84A-595E-C27FFAEE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836AB-ECFC-F190-2B62-0F9A8A3A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DA2BA-BB27-75AB-69E4-D9876362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8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F645-731C-36DF-38A3-CA65DDED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BA4C-F36F-1379-5437-4B7D82154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E5258-06BD-3A72-7053-380F27A6A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C8587-CB06-340F-6CA2-815BAF7D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A82AA-EA27-34CF-BA3C-44A5EBA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6520A-E01F-8445-295B-271E825D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747F-A657-0DB2-6229-E571CFED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693E-AB39-326A-6989-9E59FF835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08F62-9431-A645-223B-145AB368E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C01F0-896D-A884-B87B-160085B12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D6DA0-9EA7-A4CA-F3C1-5209C6595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7AE44-1328-1359-D10F-8B8C15EC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74DB08-D317-DC25-EE62-E524D63B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B87CC7-10B5-77B8-D258-AB15355C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7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BF46-65E9-76ED-763E-2BE7ECEE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0030AD-488C-18BE-0652-70026C51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F4AED-140B-E15E-76D4-509B9A7D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16E9C-E868-5C32-D22B-02B7F2EC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0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B49A8-0D71-B7E4-8005-3E99D422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95DE0-2F4C-8FE1-0B31-77E98B19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DACC1-C869-86EC-B6BA-B73E4E07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8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7BEA-46A5-C651-2AD2-5FA340E8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9AA35-2EA8-107D-594C-622834527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05B0C-21EE-D4E8-2216-72E46BDE6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5E258-7AD5-3D90-8C79-AEC61D39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62A88-83C0-CDA3-DF5C-A5928094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B0879-96EA-2D9B-C9F2-ED056B2D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9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0388-D6F3-F49F-AD4F-094850EB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53D4C-938F-E4CE-66C3-5DE52172A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FBC5A-74B1-82FD-E849-F3EC2410D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466C1-BBB5-54A4-80A2-6F154464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FE510-9CBA-6A15-BBFD-8561BA49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21932-972C-266B-3A58-55CAECCF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D429-3D21-BF67-6808-31C7C5218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32C88-78AF-E6BC-E571-D53001736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329FF-E567-784A-2C93-DDA453AF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F557C-2B8B-CCED-C64F-7BCCD1B1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FD61B-F6B2-1C9E-9483-FDA75158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2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522B8-D969-A9C0-4FC2-62FA4E1CC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BFA31-5EEC-BF53-15CD-8F0BC23CB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E5A9E-F5F5-488D-C210-CEB0C1DB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FC5C-0912-4AF3-3337-8B22E1CD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4864F-03E4-E2E6-F4F3-6FB9EA21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6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67C92-5C90-63E3-6269-9306E613D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EF3E-C00A-10D3-4436-18B91057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901F-BDD0-2C6E-E6DF-36669DE7A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57CA3-9F8F-47F7-BA84-81CE1B7EE86F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24367-3DA6-F9FA-8305-0BDE732C7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52964-AC8B-6AE3-AA2D-12C607D45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B54F7-8A82-48F6-BF7D-A24A3CD89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F151-F3B8-3F8F-421C-E9A292289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APT Intelligence Groups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2BEE7-0E69-0256-F2DD-FC913566E3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Madison Sleppy</a:t>
            </a:r>
          </a:p>
        </p:txBody>
      </p:sp>
    </p:spTree>
    <p:extLst>
      <p:ext uri="{BB962C8B-B14F-4D97-AF65-F5344CB8AC3E}">
        <p14:creationId xmlns:p14="http://schemas.microsoft.com/office/powerpoint/2010/main" val="226131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EC70-E08D-3217-DD2A-42B28E5F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APT5</a:t>
            </a:r>
          </a:p>
        </p:txBody>
      </p:sp>
    </p:spTree>
    <p:extLst>
      <p:ext uri="{BB962C8B-B14F-4D97-AF65-F5344CB8AC3E}">
        <p14:creationId xmlns:p14="http://schemas.microsoft.com/office/powerpoint/2010/main" val="47723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APT5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China-based espionage actor </a:t>
            </a:r>
          </a:p>
          <a:p>
            <a:r>
              <a:rPr lang="en-US" dirty="0"/>
              <a:t>Active since 2007</a:t>
            </a:r>
          </a:p>
          <a:p>
            <a:r>
              <a:rPr lang="en-US" dirty="0"/>
              <a:t>Targets telecommunications, aerospace, defense industries in Asia, Europe, and U.S.</a:t>
            </a:r>
          </a:p>
          <a:p>
            <a:r>
              <a:rPr lang="en-US" dirty="0"/>
              <a:t>Compromises network devices and underlying software</a:t>
            </a:r>
          </a:p>
          <a:p>
            <a:r>
              <a:rPr lang="en-US" dirty="0"/>
              <a:t>Utilize software to steal information and spy on others</a:t>
            </a:r>
          </a:p>
          <a:p>
            <a:r>
              <a:rPr lang="en-US" dirty="0"/>
              <a:t>Target vulnerabilities in VPNs</a:t>
            </a:r>
          </a:p>
          <a:p>
            <a:r>
              <a:rPr lang="en-US" dirty="0"/>
              <a:t>Often create custom malware to carry out attacks </a:t>
            </a:r>
          </a:p>
        </p:txBody>
      </p:sp>
    </p:spTree>
    <p:extLst>
      <p:ext uri="{BB962C8B-B14F-4D97-AF65-F5344CB8AC3E}">
        <p14:creationId xmlns:p14="http://schemas.microsoft.com/office/powerpoint/2010/main" val="188791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Associated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Mulberry Typhoon</a:t>
            </a:r>
          </a:p>
          <a:p>
            <a:r>
              <a:rPr lang="en-US" dirty="0"/>
              <a:t>MANGANESE</a:t>
            </a:r>
          </a:p>
          <a:p>
            <a:r>
              <a:rPr lang="en-US" dirty="0"/>
              <a:t>BRONZE FLEETWOOD</a:t>
            </a:r>
          </a:p>
          <a:p>
            <a:r>
              <a:rPr lang="en-US" dirty="0"/>
              <a:t>Keyhole Panda</a:t>
            </a:r>
          </a:p>
          <a:p>
            <a:r>
              <a:rPr lang="en-US" dirty="0"/>
              <a:t>UNC2630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groups promote espionage and stealing information from their targets. Their targets are usually involved with dual-use technologies, or the country’s military. This is done to gather information for China. </a:t>
            </a:r>
          </a:p>
        </p:txBody>
      </p:sp>
    </p:spTree>
    <p:extLst>
      <p:ext uri="{BB962C8B-B14F-4D97-AF65-F5344CB8AC3E}">
        <p14:creationId xmlns:p14="http://schemas.microsoft.com/office/powerpoint/2010/main" val="200541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Assets 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194D8-BC3B-031F-8813-97063C5F0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Account Manipulation</a:t>
            </a:r>
          </a:p>
          <a:p>
            <a:r>
              <a:rPr lang="en-US" dirty="0"/>
              <a:t>Local Data Staging</a:t>
            </a:r>
          </a:p>
          <a:p>
            <a:r>
              <a:rPr lang="en-US" dirty="0"/>
              <a:t>File Deletion</a:t>
            </a:r>
          </a:p>
          <a:p>
            <a:r>
              <a:rPr lang="en-US" dirty="0"/>
              <a:t>Masquerading</a:t>
            </a:r>
          </a:p>
          <a:p>
            <a:r>
              <a:rPr lang="en-US" dirty="0"/>
              <a:t>Process Injection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43898-4F5F-18A1-6574-F1391D135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73D28-2967-CDE9-8944-838E5CFAE5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Gh0st RAT</a:t>
            </a:r>
          </a:p>
          <a:p>
            <a:r>
              <a:rPr lang="en-US" dirty="0" err="1"/>
              <a:t>Mimikatz</a:t>
            </a:r>
            <a:endParaRPr lang="en-US" dirty="0"/>
          </a:p>
          <a:p>
            <a:r>
              <a:rPr lang="en-US" dirty="0"/>
              <a:t>Netstat</a:t>
            </a:r>
          </a:p>
          <a:p>
            <a:r>
              <a:rPr lang="en-US" dirty="0"/>
              <a:t>PACEMAKER</a:t>
            </a:r>
          </a:p>
          <a:p>
            <a:r>
              <a:rPr lang="en-US" dirty="0" err="1"/>
              <a:t>PoisonIvy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696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EC70-E08D-3217-DD2A-42B28E5F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APT28</a:t>
            </a:r>
          </a:p>
        </p:txBody>
      </p:sp>
    </p:spTree>
    <p:extLst>
      <p:ext uri="{BB962C8B-B14F-4D97-AF65-F5344CB8AC3E}">
        <p14:creationId xmlns:p14="http://schemas.microsoft.com/office/powerpoint/2010/main" val="1847387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APT28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Threat group attributed to Russia’s General Staff Main Intelligence Directorate</a:t>
            </a:r>
          </a:p>
          <a:p>
            <a:r>
              <a:rPr lang="en-US" dirty="0"/>
              <a:t>Allegedly compromised Hillary Clinton’s presidential command</a:t>
            </a:r>
          </a:p>
          <a:p>
            <a:r>
              <a:rPr lang="en-US" dirty="0"/>
              <a:t>Cyber operations against World Anti-Doping Agency, U.S. Anti-Doping Agency, U.S. nuclear facility, OPCW, Spiez Swiss Chemicals Laboratory, and many other organizations</a:t>
            </a:r>
          </a:p>
          <a:p>
            <a:r>
              <a:rPr lang="en-US" dirty="0"/>
              <a:t>Mainly targets public organizations involving government, media, and politics</a:t>
            </a:r>
          </a:p>
          <a:p>
            <a:pPr lvl="1"/>
            <a:r>
              <a:rPr lang="en-US" dirty="0"/>
              <a:t>These targets are mainly in eastern Europe and western countries such as the U.S.</a:t>
            </a:r>
          </a:p>
        </p:txBody>
      </p:sp>
    </p:spTree>
    <p:extLst>
      <p:ext uri="{BB962C8B-B14F-4D97-AF65-F5344CB8AC3E}">
        <p14:creationId xmlns:p14="http://schemas.microsoft.com/office/powerpoint/2010/main" val="23743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Associated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IRON TWILIGHT</a:t>
            </a:r>
          </a:p>
          <a:p>
            <a:r>
              <a:rPr lang="en-US" dirty="0"/>
              <a:t>SNAKEMACKEREL</a:t>
            </a:r>
          </a:p>
          <a:p>
            <a:r>
              <a:rPr lang="en-US" dirty="0"/>
              <a:t>Pawn Storm</a:t>
            </a:r>
          </a:p>
          <a:p>
            <a:r>
              <a:rPr lang="en-US" dirty="0"/>
              <a:t>Fancy Bear</a:t>
            </a:r>
          </a:p>
          <a:p>
            <a:r>
              <a:rPr lang="en-US" dirty="0"/>
              <a:t>Tsar Team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groups specialize in cyber-espionage while being affiliated with the Russian government. </a:t>
            </a:r>
          </a:p>
        </p:txBody>
      </p:sp>
    </p:spTree>
    <p:extLst>
      <p:ext uri="{BB962C8B-B14F-4D97-AF65-F5344CB8AC3E}">
        <p14:creationId xmlns:p14="http://schemas.microsoft.com/office/powerpoint/2010/main" val="427727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Assets 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194D8-BC3B-031F-8813-97063C5F0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Access Token Manipulation</a:t>
            </a:r>
          </a:p>
          <a:p>
            <a:r>
              <a:rPr lang="en-US" dirty="0"/>
              <a:t>Boot </a:t>
            </a:r>
            <a:r>
              <a:rPr lang="en-US" dirty="0" err="1"/>
              <a:t>Autostart</a:t>
            </a:r>
            <a:r>
              <a:rPr lang="en-US" dirty="0"/>
              <a:t> Execution</a:t>
            </a:r>
          </a:p>
          <a:p>
            <a:r>
              <a:rPr lang="en-US" dirty="0"/>
              <a:t>Password Guessing</a:t>
            </a:r>
          </a:p>
          <a:p>
            <a:r>
              <a:rPr lang="en-US" dirty="0"/>
              <a:t>Drive-by Compromise</a:t>
            </a:r>
          </a:p>
          <a:p>
            <a:r>
              <a:rPr lang="en-US" dirty="0"/>
              <a:t>Keylogging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43898-4F5F-18A1-6574-F1391D135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73D28-2967-CDE9-8944-838E5CFAE5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Cannon</a:t>
            </a:r>
          </a:p>
          <a:p>
            <a:r>
              <a:rPr lang="en-US" dirty="0" err="1"/>
              <a:t>DealersChoice</a:t>
            </a:r>
            <a:endParaRPr lang="en-US" dirty="0"/>
          </a:p>
          <a:p>
            <a:r>
              <a:rPr lang="en-US" dirty="0" err="1"/>
              <a:t>Mimikatz</a:t>
            </a:r>
            <a:endParaRPr lang="en-US" dirty="0"/>
          </a:p>
          <a:p>
            <a:r>
              <a:rPr lang="en-US" dirty="0"/>
              <a:t>Net</a:t>
            </a:r>
          </a:p>
          <a:p>
            <a:r>
              <a:rPr lang="en-US" dirty="0"/>
              <a:t>Tor</a:t>
            </a:r>
          </a:p>
        </p:txBody>
      </p:sp>
    </p:spTree>
    <p:extLst>
      <p:ext uri="{BB962C8B-B14F-4D97-AF65-F5344CB8AC3E}">
        <p14:creationId xmlns:p14="http://schemas.microsoft.com/office/powerpoint/2010/main" val="189609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EC70-E08D-3217-DD2A-42B28E5F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APT37</a:t>
            </a:r>
          </a:p>
        </p:txBody>
      </p:sp>
    </p:spTree>
    <p:extLst>
      <p:ext uri="{BB962C8B-B14F-4D97-AF65-F5344CB8AC3E}">
        <p14:creationId xmlns:p14="http://schemas.microsoft.com/office/powerpoint/2010/main" val="342627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APT37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North Korean state-sponsored cyber espionage group </a:t>
            </a:r>
          </a:p>
          <a:p>
            <a:r>
              <a:rPr lang="en-US" dirty="0"/>
              <a:t>Active since 2012</a:t>
            </a:r>
          </a:p>
          <a:p>
            <a:r>
              <a:rPr lang="en-US" dirty="0"/>
              <a:t>Targets victims primarily in South Korea, but also in other parts on Asia, Europe, and the Middle East</a:t>
            </a:r>
          </a:p>
          <a:p>
            <a:r>
              <a:rPr lang="en-US" dirty="0"/>
              <a:t>Have been linked to many campaigns including Operation Daybreak, Free Milk, and Evil New Year 2018</a:t>
            </a:r>
          </a:p>
          <a:p>
            <a:r>
              <a:rPr lang="en-US" dirty="0"/>
              <a:t>Are known for surveillance and espionage attacks </a:t>
            </a:r>
          </a:p>
          <a:p>
            <a:r>
              <a:rPr lang="en-US" dirty="0"/>
              <a:t>Utilize wiper malware to permanently delete data</a:t>
            </a:r>
          </a:p>
          <a:p>
            <a:r>
              <a:rPr lang="en-US" dirty="0"/>
              <a:t>Implements a “vaccine” tool to disable antivirus software</a:t>
            </a:r>
          </a:p>
        </p:txBody>
      </p:sp>
    </p:spTree>
    <p:extLst>
      <p:ext uri="{BB962C8B-B14F-4D97-AF65-F5344CB8AC3E}">
        <p14:creationId xmlns:p14="http://schemas.microsoft.com/office/powerpoint/2010/main" val="164866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Associated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InkySquid</a:t>
            </a:r>
            <a:endParaRPr lang="en-US" dirty="0"/>
          </a:p>
          <a:p>
            <a:r>
              <a:rPr lang="en-US" dirty="0" err="1"/>
              <a:t>ScarCruft</a:t>
            </a:r>
            <a:endParaRPr lang="en-US" dirty="0"/>
          </a:p>
          <a:p>
            <a:r>
              <a:rPr lang="en-US" dirty="0"/>
              <a:t>Reaper</a:t>
            </a:r>
          </a:p>
          <a:p>
            <a:r>
              <a:rPr lang="en-US" dirty="0"/>
              <a:t>Group123</a:t>
            </a:r>
          </a:p>
          <a:p>
            <a:r>
              <a:rPr lang="en-US" dirty="0" err="1"/>
              <a:t>TEMP.Reaper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These groups all use advanced techniques (such as phishing and using custom malware) in order to gather information for North Korea.</a:t>
            </a:r>
          </a:p>
        </p:txBody>
      </p:sp>
    </p:spTree>
    <p:extLst>
      <p:ext uri="{BB962C8B-B14F-4D97-AF65-F5344CB8AC3E}">
        <p14:creationId xmlns:p14="http://schemas.microsoft.com/office/powerpoint/2010/main" val="231141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Assets 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194D8-BC3B-031F-8813-97063C5F0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Bypass User Account Control</a:t>
            </a:r>
          </a:p>
          <a:p>
            <a:r>
              <a:rPr lang="en-US" dirty="0"/>
              <a:t>Audio Capture</a:t>
            </a:r>
          </a:p>
          <a:p>
            <a:r>
              <a:rPr lang="en-US" dirty="0"/>
              <a:t>Ingress Tool Transfer</a:t>
            </a:r>
          </a:p>
          <a:p>
            <a:r>
              <a:rPr lang="en-US" dirty="0"/>
              <a:t>Process Injection </a:t>
            </a:r>
          </a:p>
          <a:p>
            <a:r>
              <a:rPr lang="en-US" dirty="0"/>
              <a:t>System Shutdown/Reboot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43898-4F5F-18A1-6574-F1391D135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73D28-2967-CDE9-8944-838E5CFAE5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BLUELIGHT</a:t>
            </a:r>
          </a:p>
          <a:p>
            <a:r>
              <a:rPr lang="en-US" dirty="0"/>
              <a:t>Cobalt Strike</a:t>
            </a:r>
          </a:p>
          <a:p>
            <a:r>
              <a:rPr lang="en-US" dirty="0"/>
              <a:t>HAPPYWORK</a:t>
            </a:r>
          </a:p>
          <a:p>
            <a:r>
              <a:rPr lang="en-US" dirty="0" err="1"/>
              <a:t>NavRAT</a:t>
            </a:r>
            <a:endParaRPr lang="en-US" dirty="0"/>
          </a:p>
          <a:p>
            <a:r>
              <a:rPr lang="en-US"/>
              <a:t>WINERACK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83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EA44-486B-796E-BABF-63C2336E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Similarities Between the APT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80A4D-BF31-7909-C902-5A957E19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three groups are seemingly state-sponsored, and work on the behalf of their respective governments</a:t>
            </a:r>
          </a:p>
          <a:p>
            <a:r>
              <a:rPr lang="en-US" dirty="0"/>
              <a:t>Each group has espionage as one of their main goals </a:t>
            </a:r>
          </a:p>
          <a:p>
            <a:pPr lvl="1"/>
            <a:r>
              <a:rPr lang="en-US" dirty="0"/>
              <a:t>The groups focus on unethically obtaining information regarding government, military, and political affairs across the globe</a:t>
            </a:r>
          </a:p>
          <a:p>
            <a:r>
              <a:rPr lang="en-US" dirty="0"/>
              <a:t>These three groups all use custom malware that allow them to gain information, and even access the affected devices remotely</a:t>
            </a:r>
          </a:p>
          <a:p>
            <a:r>
              <a:rPr lang="en-US" dirty="0"/>
              <a:t>All of these groups try to maintain long-term access to the networks and devices they compromised</a:t>
            </a:r>
          </a:p>
          <a:p>
            <a:r>
              <a:rPr lang="en-US" dirty="0"/>
              <a:t>Each of the three groups mentioned specialize in phishing and social engineering attacks to gain 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92481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4875-A8DA-43B7-6CD5-8E341517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Groups: 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56630-200D-53F2-E0B7-92D6CE1A1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Each of these groups gathers information for a different country, and often have different targets.</a:t>
            </a:r>
          </a:p>
          <a:p>
            <a:r>
              <a:rPr lang="en-US" dirty="0"/>
              <a:t>APT5 - China</a:t>
            </a:r>
          </a:p>
          <a:p>
            <a:pPr lvl="1"/>
            <a:r>
              <a:rPr lang="en-US" dirty="0"/>
              <a:t>Mainly targets industries that rely heavily on technology</a:t>
            </a:r>
          </a:p>
          <a:p>
            <a:pPr lvl="1"/>
            <a:r>
              <a:rPr lang="en-US" dirty="0"/>
              <a:t>Specializes in supply-chain attacks</a:t>
            </a:r>
          </a:p>
          <a:p>
            <a:pPr lvl="1"/>
            <a:r>
              <a:rPr lang="en-US" dirty="0"/>
              <a:t>Aims for long-term espionage</a:t>
            </a:r>
          </a:p>
          <a:p>
            <a:r>
              <a:rPr lang="en-US" dirty="0"/>
              <a:t>APT28 - Russia</a:t>
            </a:r>
          </a:p>
          <a:p>
            <a:pPr lvl="1"/>
            <a:r>
              <a:rPr lang="en-US" dirty="0"/>
              <a:t>Targets institutions regarding politics, government, and the military</a:t>
            </a:r>
          </a:p>
          <a:p>
            <a:pPr lvl="1"/>
            <a:r>
              <a:rPr lang="en-US" dirty="0"/>
              <a:t>Disseminates misinformation (</a:t>
            </a:r>
            <a:r>
              <a:rPr lang="en-US" dirty="0" err="1"/>
              <a:t>ie</a:t>
            </a:r>
            <a:r>
              <a:rPr lang="en-US" dirty="0"/>
              <a:t> election interference)</a:t>
            </a:r>
          </a:p>
          <a:p>
            <a:pPr lvl="1"/>
            <a:r>
              <a:rPr lang="en-US" dirty="0"/>
              <a:t>Utilizes malware for espionage and sabotage</a:t>
            </a:r>
          </a:p>
          <a:p>
            <a:r>
              <a:rPr lang="en-US" dirty="0"/>
              <a:t>APT37 - North Korea</a:t>
            </a:r>
          </a:p>
          <a:p>
            <a:pPr lvl="1"/>
            <a:r>
              <a:rPr lang="en-US" dirty="0"/>
              <a:t>Mainly targets the South Korean government, but also focuses on espionage within Asia as a whole</a:t>
            </a:r>
          </a:p>
          <a:p>
            <a:pPr lvl="1"/>
            <a:r>
              <a:rPr lang="en-US" dirty="0"/>
              <a:t>Primarily focuses on espionage</a:t>
            </a:r>
          </a:p>
          <a:p>
            <a:pPr lvl="1"/>
            <a:r>
              <a:rPr lang="en-US" dirty="0"/>
              <a:t>Utilizes phishing, malware, and unethical surveillance of affected networks </a:t>
            </a:r>
            <a:r>
              <a:rPr lang="en-US"/>
              <a:t>or devices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944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0F76-B68B-87B0-B196-3E95623A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B433-EE0B-9319-1C75-D78AF24F3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effectLst/>
              </a:rPr>
              <a:t>“APT28.” </a:t>
            </a:r>
            <a:r>
              <a:rPr lang="en-US" i="1" dirty="0">
                <a:effectLst/>
              </a:rPr>
              <a:t>APT28, IRON TWILIGHT, SNAKEMACKEREL, Swallowtail, Group 74, </a:t>
            </a:r>
            <a:r>
              <a:rPr lang="en-US" i="1" dirty="0" err="1">
                <a:effectLst/>
              </a:rPr>
              <a:t>Sednit</a:t>
            </a:r>
            <a:r>
              <a:rPr lang="en-US" i="1" dirty="0">
                <a:effectLst/>
              </a:rPr>
              <a:t>, </a:t>
            </a:r>
            <a:r>
              <a:rPr lang="en-US" i="1" dirty="0" err="1">
                <a:effectLst/>
              </a:rPr>
              <a:t>Sofacy</a:t>
            </a:r>
            <a:r>
              <a:rPr lang="en-US" i="1" dirty="0">
                <a:effectLst/>
              </a:rPr>
              <a:t>, Pawn Storm, Fancy Bear, STRONTIUM, Tsar Team, Threat Group-4127, TG-4127, Forest Blizzard, FROZENLAKE, Group G0007 | MITRE ATT&amp;CK®</a:t>
            </a:r>
            <a:r>
              <a:rPr lang="en-US" dirty="0">
                <a:effectLst/>
              </a:rPr>
              <a:t>, 31 May 2017, attack.mitre.org/groups/G0007/. </a:t>
            </a:r>
          </a:p>
          <a:p>
            <a:r>
              <a:rPr lang="en-US" dirty="0">
                <a:effectLst/>
              </a:rPr>
              <a:t>“APT37.” </a:t>
            </a:r>
            <a:r>
              <a:rPr lang="en-US" i="1" dirty="0">
                <a:effectLst/>
              </a:rPr>
              <a:t>APT37, </a:t>
            </a:r>
            <a:r>
              <a:rPr lang="en-US" i="1" dirty="0" err="1">
                <a:effectLst/>
              </a:rPr>
              <a:t>InkySquid</a:t>
            </a:r>
            <a:r>
              <a:rPr lang="en-US" i="1" dirty="0">
                <a:effectLst/>
              </a:rPr>
              <a:t>, </a:t>
            </a:r>
            <a:r>
              <a:rPr lang="en-US" i="1" dirty="0" err="1">
                <a:effectLst/>
              </a:rPr>
              <a:t>ScarCruft</a:t>
            </a:r>
            <a:r>
              <a:rPr lang="en-US" i="1" dirty="0">
                <a:effectLst/>
              </a:rPr>
              <a:t>, Reaper, Group123, </a:t>
            </a:r>
            <a:r>
              <a:rPr lang="en-US" i="1" dirty="0" err="1">
                <a:effectLst/>
              </a:rPr>
              <a:t>TEMP.Reaper</a:t>
            </a:r>
            <a:r>
              <a:rPr lang="en-US" i="1" dirty="0">
                <a:effectLst/>
              </a:rPr>
              <a:t>, Ricochet </a:t>
            </a:r>
            <a:r>
              <a:rPr lang="en-US" i="1" dirty="0" err="1">
                <a:effectLst/>
              </a:rPr>
              <a:t>Chollima</a:t>
            </a:r>
            <a:r>
              <a:rPr lang="en-US" i="1" dirty="0">
                <a:effectLst/>
              </a:rPr>
              <a:t>, Group G0067 | MITRE ATT&amp;CK®</a:t>
            </a:r>
            <a:r>
              <a:rPr lang="en-US" dirty="0">
                <a:effectLst/>
              </a:rPr>
              <a:t>, 18 Apr. 2018, attack.mitre.org/groups/G0067/. </a:t>
            </a:r>
          </a:p>
          <a:p>
            <a:r>
              <a:rPr lang="en-US" dirty="0">
                <a:effectLst/>
              </a:rPr>
              <a:t>“APT5.” </a:t>
            </a:r>
            <a:r>
              <a:rPr lang="en-US" i="1" dirty="0">
                <a:effectLst/>
              </a:rPr>
              <a:t>APT5, Mulberry Typhoon, MANGANESE, BRONZE FLEETWOOD, Keyhole Panda, UNC2630, Group G1023 | MITRE ATT&amp;CK®</a:t>
            </a:r>
            <a:r>
              <a:rPr lang="en-US" dirty="0">
                <a:effectLst/>
              </a:rPr>
              <a:t>, 5 Feb. 2024, attack.mitre.org/groups/G1023/.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26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738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APT Intelligence Groups</vt:lpstr>
      <vt:lpstr>APT5</vt:lpstr>
      <vt:lpstr>About APT5</vt:lpstr>
      <vt:lpstr>Associated Groups</vt:lpstr>
      <vt:lpstr>Notable Assets Used</vt:lpstr>
      <vt:lpstr>APT28</vt:lpstr>
      <vt:lpstr>About APT28</vt:lpstr>
      <vt:lpstr>Associated Groups</vt:lpstr>
      <vt:lpstr>Notable Assets Used</vt:lpstr>
      <vt:lpstr>APT37</vt:lpstr>
      <vt:lpstr>About APT37</vt:lpstr>
      <vt:lpstr>Associated Groups</vt:lpstr>
      <vt:lpstr>Notable Assets Used</vt:lpstr>
      <vt:lpstr>Similarities Between the APT Groups</vt:lpstr>
      <vt:lpstr>Differences Between Groups: A Summary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Sleppy</dc:creator>
  <cp:lastModifiedBy>Madison Sleppy</cp:lastModifiedBy>
  <cp:revision>1</cp:revision>
  <dcterms:created xsi:type="dcterms:W3CDTF">2024-09-18T23:08:32Z</dcterms:created>
  <dcterms:modified xsi:type="dcterms:W3CDTF">2024-09-23T23:24:53Z</dcterms:modified>
</cp:coreProperties>
</file>